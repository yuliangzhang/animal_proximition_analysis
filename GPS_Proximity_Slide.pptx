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0" r:id="rId4"/>
    <p:sldId id="259" r:id="rId5"/>
    <p:sldId id="258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1"/>
    <p:restoredTop sz="78218"/>
  </p:normalViewPr>
  <p:slideViewPr>
    <p:cSldViewPr snapToGrid="0">
      <p:cViewPr varScale="1">
        <p:scale>
          <a:sx n="95" d="100"/>
          <a:sy n="95" d="100"/>
        </p:scale>
        <p:origin x="12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9EC638-9B30-0F4B-89EC-A443509A945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AA904D-5F84-2C44-99E4-4A4F46F37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70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A904D-5F84-2C44-99E4-4A4F46F3768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519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A904D-5F84-2C44-99E4-4A4F46F376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407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A904D-5F84-2C44-99E4-4A4F46F3768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854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BFFC0-E5BB-1189-683B-28D6C8568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E0D62-977D-7A3C-19FD-B53F9511E1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0A205-0290-0210-B74F-2573BE661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F91C-E72E-ED4B-B52F-4C819D75D66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FA10A-B983-634E-263D-7ADEECF04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7288A-B759-BF9B-BC36-0F2323840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F4764-ED56-8A49-B5E0-9F820B5D7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85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3B889-9166-7DEA-4AE6-AA82D6907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A94BF-D9F6-C78C-BE48-B80CAD27B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2E92F-FA97-8391-E121-0B36A39D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F91C-E72E-ED4B-B52F-4C819D75D66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76A95-AE3F-F1FD-CF97-7CE0E4827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DFEC6-41C5-BBF1-2452-589830B58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F4764-ED56-8A49-B5E0-9F820B5D7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831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4B5D6-85DB-40B0-7C2A-1B74F4023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33C47-DDDA-E56B-5065-6C499C897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D8034-83C3-36D6-0019-3E948FD2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F91C-E72E-ED4B-B52F-4C819D75D66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B24E8-DDE9-BDE5-390C-9848A65BA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F784F-8448-AF4E-0D33-6AABBDC78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F4764-ED56-8A49-B5E0-9F820B5D7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551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2B3BA-9C65-2CF1-5E5C-49ADDE9E2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36B1F-E3CA-48EB-66FA-87D5B3B3B4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88F4BF-3537-C362-8905-C1D6BDEAC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32AC0-0710-B798-5ADA-C4A8F3317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F91C-E72E-ED4B-B52F-4C819D75D66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B53CA-141E-B64D-CD97-A552D499F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7ADF9-9DEF-99AA-1E53-0D40379E2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F4764-ED56-8A49-B5E0-9F820B5D7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12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3F54B-9D2A-DA70-F64A-9C66CB5CA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54232-9A10-C074-7266-5854F0058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50555-C3C5-AA20-C0A6-549DC8C55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1C230D-CB8C-10F9-395B-9A739EE41D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CEE889-3CD9-B713-E3F0-D7B04B6370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F00E45-4F35-53AC-138C-5EEC271D5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F91C-E72E-ED4B-B52F-4C819D75D66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84543D-5680-A513-B3A1-CD67EC73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10AFE3-BD33-ED4D-D914-E6D720A8B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F4764-ED56-8A49-B5E0-9F820B5D7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500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6D6E8-4E7A-171B-1155-877541998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895C86-8981-62C9-FE1C-3CABF9BAE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F91C-E72E-ED4B-B52F-4C819D75D66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CE9EB3-00C7-0915-A738-250886721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F7D8F-4871-BA1C-D774-4396B67CC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F4764-ED56-8A49-B5E0-9F820B5D7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10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EC2619-13C8-4AFC-D1C9-4DFFEFF5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F91C-E72E-ED4B-B52F-4C819D75D66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BD65C-CBEA-1F2B-EFA3-05B8E8FC2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5BF86-03D3-C289-627F-D24F51FC6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F4764-ED56-8A49-B5E0-9F820B5D7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036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37A98-B4CB-F73E-6731-EF03B13EF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A9E8B-13D9-CE60-D2F4-B9DD7B0AC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41B8B0-F23D-6452-2FF3-ADEF7BA2CE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9A4FC-C8FF-F273-BE3A-D533569A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F91C-E72E-ED4B-B52F-4C819D75D66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63E02-237B-1012-5F1D-16BF21664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2F128-3FFB-6550-578D-FBAFB928D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F4764-ED56-8A49-B5E0-9F820B5D7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817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7C5B1-F67A-F3B1-EBC8-6ECBB5806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91ED01-D608-0A6C-0CB4-73C322A9B3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F8B12A-C270-F214-CDE2-AF6315DEF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FE41F-2F7D-8721-11F5-7644D2FF1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F91C-E72E-ED4B-B52F-4C819D75D66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9CE90-2039-CEDF-25EC-6CD711194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66829-2BFF-35A0-1567-F605AC834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F4764-ED56-8A49-B5E0-9F820B5D7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097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983C0-5ACE-3FFC-AB2D-5899ECABB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C9AFA4-D58F-9117-0841-5B9CEFF1E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38681-4FE1-303D-02A8-CAB835DF7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F91C-E72E-ED4B-B52F-4C819D75D66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D5CCC-2F1B-9E1E-3320-7010C2E31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61515-B69E-6714-0DF0-8E5A491E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F4764-ED56-8A49-B5E0-9F820B5D7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34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967EC7-1C43-E258-983F-9C5544B6EB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D21F07-FF3F-32D7-9A69-E106D2D88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AD838-BF1B-2C7B-FF37-3DB194FE3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F91C-E72E-ED4B-B52F-4C819D75D66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F5CB5-BA7B-6CAB-BF2A-CC7C7570D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E3A91-9F07-A648-8AEC-63C3DD362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F4764-ED56-8A49-B5E0-9F820B5D7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05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8BF995-2F08-D317-9BBF-81A083AB9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4A43E-6028-4D04-D919-CAA615002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A5D1D-3145-A332-E586-D9042EE97D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6BF91C-E72E-ED4B-B52F-4C819D75D66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4EC63-3B5B-87C4-1254-1A71139B25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5EA0E-4254-4774-EE9B-60645C993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AF4764-ED56-8A49-B5E0-9F820B5D7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704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Black sheep among white sheep">
            <a:extLst>
              <a:ext uri="{FF2B5EF4-FFF2-40B4-BE49-F238E27FC236}">
                <a16:creationId xmlns:a16="http://schemas.microsoft.com/office/drawing/2014/main" id="{E860CBE7-2E41-C1AD-D84C-994A707A2F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059" b="667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362BC5-4DFA-8A24-B65C-FB2E01EC40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0528" y="2575034"/>
            <a:ext cx="4131368" cy="1295305"/>
          </a:xfrm>
        </p:spPr>
        <p:txBody>
          <a:bodyPr anchor="t">
            <a:normAutofit/>
          </a:bodyPr>
          <a:lstStyle/>
          <a:p>
            <a:pPr algn="l"/>
            <a:r>
              <a:rPr lang="en-US" sz="2800" dirty="0"/>
              <a:t>Can</a:t>
            </a:r>
            <a:r>
              <a:rPr lang="zh-CN" altLang="en-US" sz="2800" dirty="0"/>
              <a:t> </a:t>
            </a:r>
            <a:r>
              <a:rPr lang="en-US" altLang="zh-CN" sz="2800" dirty="0"/>
              <a:t>GPS</a:t>
            </a:r>
            <a:r>
              <a:rPr lang="zh-CN" altLang="en-US" sz="2800" dirty="0"/>
              <a:t> </a:t>
            </a:r>
            <a:r>
              <a:rPr lang="en-US" altLang="zh-CN" sz="2800" dirty="0"/>
              <a:t>Devices</a:t>
            </a:r>
            <a:r>
              <a:rPr lang="zh-CN" altLang="en-US" sz="2800" dirty="0"/>
              <a:t> </a:t>
            </a:r>
            <a:r>
              <a:rPr lang="en-US" altLang="zh-CN" sz="2800" dirty="0"/>
              <a:t>Replace</a:t>
            </a:r>
            <a:r>
              <a:rPr lang="zh-CN" altLang="en-US" sz="2800" dirty="0"/>
              <a:t> </a:t>
            </a:r>
            <a:r>
              <a:rPr lang="en-US" altLang="zh-CN" sz="2800" dirty="0"/>
              <a:t>Proximity</a:t>
            </a:r>
            <a:r>
              <a:rPr lang="zh-CN" altLang="en-US" sz="2800" dirty="0"/>
              <a:t> </a:t>
            </a:r>
            <a:r>
              <a:rPr lang="en-US" altLang="zh-CN" sz="2800" dirty="0"/>
              <a:t>Loggers</a:t>
            </a:r>
            <a:r>
              <a:rPr lang="zh-CN" altLang="en-US" sz="2800" dirty="0"/>
              <a:t> </a:t>
            </a:r>
            <a:r>
              <a:rPr lang="en-US" altLang="zh-CN" sz="2800" dirty="0"/>
              <a:t>for</a:t>
            </a:r>
            <a:r>
              <a:rPr lang="zh-CN" altLang="en-US" sz="2800" dirty="0"/>
              <a:t> </a:t>
            </a:r>
            <a:r>
              <a:rPr lang="en-US" altLang="zh-CN" sz="2800" dirty="0"/>
              <a:t>Detecting</a:t>
            </a:r>
            <a:r>
              <a:rPr lang="zh-CN" altLang="en-US" sz="2800" dirty="0"/>
              <a:t> </a:t>
            </a:r>
            <a:r>
              <a:rPr lang="en-US" altLang="zh-CN" sz="2800" dirty="0"/>
              <a:t>Mating</a:t>
            </a:r>
            <a:r>
              <a:rPr lang="zh-CN" altLang="en-US" sz="2800" dirty="0"/>
              <a:t> </a:t>
            </a:r>
            <a:r>
              <a:rPr lang="en-US" altLang="zh-CN" sz="2800" dirty="0"/>
              <a:t>Behavior?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811619-48E1-DA15-BE94-58C04AAFA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0529" y="4199213"/>
            <a:ext cx="4191938" cy="598548"/>
          </a:xfrm>
        </p:spPr>
        <p:txBody>
          <a:bodyPr anchor="ctr">
            <a:normAutofit/>
          </a:bodyPr>
          <a:lstStyle/>
          <a:p>
            <a:pPr algn="l"/>
            <a:r>
              <a:rPr lang="en-US" altLang="zh-CN" sz="1800"/>
              <a:t>Correlation</a:t>
            </a:r>
            <a:r>
              <a:rPr lang="zh-CN" altLang="en-US" sz="1800"/>
              <a:t> </a:t>
            </a:r>
            <a:r>
              <a:rPr lang="en-US" altLang="zh-CN" sz="1800"/>
              <a:t>analysis</a:t>
            </a:r>
            <a:r>
              <a:rPr lang="zh-CN" altLang="en-US" sz="1800"/>
              <a:t> </a:t>
            </a:r>
            <a:r>
              <a:rPr lang="en-US" altLang="zh-CN" sz="1800"/>
              <a:t>between</a:t>
            </a:r>
            <a:r>
              <a:rPr lang="zh-CN" altLang="en-US" sz="1800"/>
              <a:t> </a:t>
            </a:r>
            <a:r>
              <a:rPr lang="en-US" altLang="zh-CN" sz="1800"/>
              <a:t>GPS</a:t>
            </a:r>
            <a:r>
              <a:rPr lang="zh-CN" altLang="en-US" sz="1800"/>
              <a:t> </a:t>
            </a:r>
            <a:r>
              <a:rPr lang="en-US" altLang="zh-CN" sz="1800"/>
              <a:t>data</a:t>
            </a:r>
            <a:r>
              <a:rPr lang="zh-CN" altLang="en-US" sz="1800"/>
              <a:t> </a:t>
            </a:r>
            <a:r>
              <a:rPr lang="en-US" altLang="zh-CN" sz="1800"/>
              <a:t>and</a:t>
            </a:r>
            <a:r>
              <a:rPr lang="zh-CN" altLang="en-US" sz="1800"/>
              <a:t> </a:t>
            </a:r>
            <a:r>
              <a:rPr lang="en-US" altLang="zh-CN" sz="1800"/>
              <a:t>proximity</a:t>
            </a:r>
            <a:r>
              <a:rPr lang="zh-CN" altLang="en-US" sz="1800"/>
              <a:t> </a:t>
            </a:r>
            <a:r>
              <a:rPr lang="en-US" altLang="zh-CN" sz="1800"/>
              <a:t>logger</a:t>
            </a:r>
            <a:r>
              <a:rPr lang="zh-CN" altLang="en-US" sz="1800"/>
              <a:t> </a:t>
            </a:r>
            <a:r>
              <a:rPr lang="en-US" altLang="zh-CN" sz="1800"/>
              <a:t>data</a:t>
            </a:r>
            <a:endParaRPr lang="en-US" sz="180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136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4AAA41-0F8E-53D5-5A73-CF6F89B89A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22" b="-1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152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9F753-5DA0-41F1-8270-D67B32A14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altLang="zh-CN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Raw Data of Proximity Logger</a:t>
            </a:r>
            <a:endParaRPr lang="en-US" sz="3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FECE9F-B22D-9D6E-6CD8-5A448DBFE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261" y="1475530"/>
            <a:ext cx="9186041" cy="528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056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F7F792-1A72-D300-6040-FE6EBF8DC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29" y="168166"/>
            <a:ext cx="11903497" cy="604344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2DD04CB-04F0-E008-17F0-7FAD546EB5B0}"/>
              </a:ext>
            </a:extLst>
          </p:cNvPr>
          <p:cNvSpPr/>
          <p:nvPr/>
        </p:nvSpPr>
        <p:spPr>
          <a:xfrm>
            <a:off x="-25327" y="3111062"/>
            <a:ext cx="12097198" cy="8933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640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DB5BCA-E771-2154-75E9-3FAAF26622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51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80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ED870-8C5A-886A-5B00-0B8A7422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583" y="501651"/>
            <a:ext cx="4434720" cy="17162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Importan</a:t>
            </a:r>
            <a:r>
              <a:rPr lang="en-US" altLang="zh-CN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 hyperparameters</a:t>
            </a:r>
            <a:endParaRPr lang="en-US" sz="4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2DCD46-CACE-EE44-141C-18472FDEFE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6"/>
          <a:stretch>
            <a:fillRect/>
          </a:stretch>
        </p:blipFill>
        <p:spPr>
          <a:xfrm>
            <a:off x="279143" y="299508"/>
            <a:ext cx="5221625" cy="30103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BA5416-98A2-891B-331F-55D3F92CAE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26"/>
          <a:stretch>
            <a:fillRect/>
          </a:stretch>
        </p:blipFill>
        <p:spPr>
          <a:xfrm>
            <a:off x="279143" y="3548095"/>
            <a:ext cx="5221625" cy="30103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5A93B2-E68C-D890-9CD5-B7951091684B}"/>
              </a:ext>
            </a:extLst>
          </p:cNvPr>
          <p:cNvSpPr txBox="1"/>
          <p:nvPr/>
        </p:nvSpPr>
        <p:spPr>
          <a:xfrm>
            <a:off x="6392583" y="2645922"/>
            <a:ext cx="4434721" cy="37104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700" dirty="0">
                <a:solidFill>
                  <a:schemeClr val="tx1">
                    <a:alpha val="80000"/>
                  </a:schemeClr>
                </a:solidFill>
              </a:rPr>
              <a:t>Aggregation Window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700" dirty="0">
                <a:solidFill>
                  <a:schemeClr val="tx1">
                    <a:alpha val="80000"/>
                  </a:schemeClr>
                </a:solidFill>
              </a:rPr>
              <a:t>30min, 60min, …, 240min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7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700" dirty="0">
                <a:solidFill>
                  <a:schemeClr val="tx1">
                    <a:alpha val="80000"/>
                  </a:schemeClr>
                </a:solidFill>
              </a:rPr>
              <a:t>GPS close range: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700" dirty="0">
                <a:solidFill>
                  <a:schemeClr val="tx1">
                    <a:alpha val="80000"/>
                  </a:schemeClr>
                </a:solidFill>
              </a:rPr>
              <a:t>10m, 15m, 20m, …, 50m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7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700" dirty="0">
                <a:solidFill>
                  <a:schemeClr val="tx1">
                    <a:alpha val="80000"/>
                  </a:schemeClr>
                </a:solidFill>
              </a:rPr>
              <a:t>Selected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700" dirty="0">
                <a:solidFill>
                  <a:schemeClr val="tx1">
                    <a:alpha val="80000"/>
                  </a:schemeClr>
                </a:solidFill>
              </a:rPr>
              <a:t>Win: 240min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700" dirty="0">
                <a:solidFill>
                  <a:schemeClr val="tx1">
                    <a:alpha val="80000"/>
                  </a:schemeClr>
                </a:solidFill>
              </a:rPr>
              <a:t>Range: 15m ( GPS error: ~10m)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700" dirty="0">
              <a:solidFill>
                <a:schemeClr val="tx1">
                  <a:alpha val="80000"/>
                </a:schemeClr>
              </a:solidFill>
            </a:endParaRPr>
          </a:p>
          <a:p>
            <a:pPr marL="228600" lvl="1">
              <a:lnSpc>
                <a:spcPct val="90000"/>
              </a:lnSpc>
              <a:spcAft>
                <a:spcPts val="600"/>
              </a:spcAft>
            </a:pPr>
            <a:endParaRPr lang="en-US" altLang="zh-CN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3893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171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5B4624-485F-D021-DB70-34C7DB5CD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</a:rPr>
              <a:t>Time</a:t>
            </a:r>
            <a:r>
              <a:rPr lang="zh-CN" altLang="en-US" sz="3200">
                <a:solidFill>
                  <a:schemeClr val="bg1"/>
                </a:solidFill>
              </a:rPr>
              <a:t> </a:t>
            </a:r>
            <a:r>
              <a:rPr lang="en-US" altLang="zh-CN" sz="3200">
                <a:solidFill>
                  <a:schemeClr val="bg1"/>
                </a:solidFill>
              </a:rPr>
              <a:t>Series</a:t>
            </a:r>
            <a:r>
              <a:rPr lang="zh-CN" altLang="en-US" sz="3200">
                <a:solidFill>
                  <a:schemeClr val="bg1"/>
                </a:solidFill>
              </a:rPr>
              <a:t> </a:t>
            </a:r>
            <a:r>
              <a:rPr lang="en-US" altLang="zh-CN" sz="3200">
                <a:solidFill>
                  <a:schemeClr val="bg1"/>
                </a:solidFill>
              </a:rPr>
              <a:t>Visualization:</a:t>
            </a:r>
            <a:r>
              <a:rPr lang="zh-CN" altLang="en-US" sz="3200">
                <a:solidFill>
                  <a:schemeClr val="bg1"/>
                </a:solidFill>
              </a:rPr>
              <a:t> </a:t>
            </a:r>
            <a:r>
              <a:rPr lang="en-US" altLang="zh-CN" sz="3200">
                <a:solidFill>
                  <a:schemeClr val="bg1"/>
                </a:solidFill>
              </a:rPr>
              <a:t>N172_N171</a:t>
            </a:r>
            <a:endParaRPr lang="en-US" sz="320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37790B-1CC2-74CA-01FD-0C561A5B4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947" y="1607060"/>
            <a:ext cx="8488106" cy="495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384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BE5ED5-4E8E-B12B-9477-EEDEE3F5A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1B774A-6E11-583D-5FBE-3007CC083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Time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Series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Visualization: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N172_N189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4A06F3-DDB7-3A49-E52A-B4D50AF63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96" y="1682312"/>
            <a:ext cx="8872608" cy="517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027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86FE6F-D9CC-11ED-134E-B1FDE1CAF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3DC03-0418-06A3-7BA8-547A1B2C9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Time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Series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Visualization: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N172_N182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AC6DC8-3F6D-1756-63B0-B7B7453A1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941" y="1691143"/>
            <a:ext cx="8374117" cy="4884902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8F754CD-1243-9529-03D6-2CA8F96916C0}"/>
              </a:ext>
            </a:extLst>
          </p:cNvPr>
          <p:cNvSpPr/>
          <p:nvPr/>
        </p:nvSpPr>
        <p:spPr>
          <a:xfrm>
            <a:off x="7094483" y="5412828"/>
            <a:ext cx="367862" cy="79342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4290703-CD36-F959-DB09-446E01B28E22}"/>
              </a:ext>
            </a:extLst>
          </p:cNvPr>
          <p:cNvSpPr/>
          <p:nvPr/>
        </p:nvSpPr>
        <p:spPr>
          <a:xfrm>
            <a:off x="6400799" y="5421113"/>
            <a:ext cx="262759" cy="79342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671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12EA69-2FA0-5FFB-CA6D-737179227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</a:rPr>
              <a:t>GPS</a:t>
            </a:r>
            <a:r>
              <a:rPr lang="zh-CN" altLang="en-US" sz="3200">
                <a:solidFill>
                  <a:schemeClr val="bg1"/>
                </a:solidFill>
              </a:rPr>
              <a:t> </a:t>
            </a:r>
            <a:r>
              <a:rPr lang="en-US" altLang="zh-CN" sz="3200">
                <a:solidFill>
                  <a:schemeClr val="bg1"/>
                </a:solidFill>
              </a:rPr>
              <a:t>Availability</a:t>
            </a:r>
            <a:r>
              <a:rPr lang="zh-CN" altLang="en-US" sz="3200">
                <a:solidFill>
                  <a:schemeClr val="bg1"/>
                </a:solidFill>
              </a:rPr>
              <a:t> </a:t>
            </a:r>
            <a:r>
              <a:rPr lang="en-US" altLang="zh-CN" sz="3200">
                <a:solidFill>
                  <a:schemeClr val="bg1"/>
                </a:solidFill>
              </a:rPr>
              <a:t>by</a:t>
            </a:r>
            <a:r>
              <a:rPr lang="zh-CN" altLang="en-US" sz="3200">
                <a:solidFill>
                  <a:schemeClr val="bg1"/>
                </a:solidFill>
              </a:rPr>
              <a:t> </a:t>
            </a:r>
            <a:r>
              <a:rPr lang="en-US" altLang="zh-CN" sz="3200">
                <a:solidFill>
                  <a:schemeClr val="bg1"/>
                </a:solidFill>
              </a:rPr>
              <a:t>Pair</a:t>
            </a:r>
            <a:r>
              <a:rPr lang="zh-CN" altLang="en-US" sz="3200">
                <a:solidFill>
                  <a:schemeClr val="bg1"/>
                </a:solidFill>
              </a:rPr>
              <a:t> </a:t>
            </a:r>
            <a:r>
              <a:rPr lang="en-US" altLang="zh-CN" sz="3200">
                <a:solidFill>
                  <a:schemeClr val="bg1"/>
                </a:solidFill>
              </a:rPr>
              <a:t>and</a:t>
            </a:r>
            <a:r>
              <a:rPr lang="zh-CN" altLang="en-US" sz="3200">
                <a:solidFill>
                  <a:schemeClr val="bg1"/>
                </a:solidFill>
              </a:rPr>
              <a:t> </a:t>
            </a:r>
            <a:r>
              <a:rPr lang="en-US" altLang="zh-CN" sz="3200">
                <a:solidFill>
                  <a:schemeClr val="bg1"/>
                </a:solidFill>
              </a:rPr>
              <a:t>Time</a:t>
            </a:r>
            <a:r>
              <a:rPr lang="zh-CN" altLang="en-US" sz="3200">
                <a:solidFill>
                  <a:schemeClr val="bg1"/>
                </a:solidFill>
              </a:rPr>
              <a:t> </a:t>
            </a:r>
            <a:r>
              <a:rPr lang="en-US" altLang="zh-CN" sz="3200">
                <a:solidFill>
                  <a:schemeClr val="bg1"/>
                </a:solidFill>
              </a:rPr>
              <a:t>Segment</a:t>
            </a:r>
            <a:endParaRPr lang="en-US" sz="320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799690-94BD-6BCC-8D7F-578532D72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256" y="1675227"/>
            <a:ext cx="7479487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246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65C39-E45A-B0D7-ED92-F14B6F904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931" y="851338"/>
            <a:ext cx="5257800" cy="1366346"/>
          </a:xfrm>
        </p:spPr>
        <p:txBody>
          <a:bodyPr>
            <a:normAutofit/>
          </a:bodyPr>
          <a:lstStyle/>
          <a:p>
            <a:r>
              <a:rPr lang="en-US" altLang="zh-CN" dirty="0"/>
              <a:t>Remove</a:t>
            </a:r>
            <a:r>
              <a:rPr lang="zh-CN" altLang="en-US" dirty="0"/>
              <a:t> </a:t>
            </a:r>
            <a:r>
              <a:rPr lang="en-US" altLang="zh-CN" dirty="0"/>
              <a:t>Abnormal</a:t>
            </a:r>
            <a:r>
              <a:rPr lang="zh-CN" altLang="en-US" dirty="0"/>
              <a:t> </a:t>
            </a:r>
            <a:r>
              <a:rPr lang="en-US" altLang="zh-CN" dirty="0"/>
              <a:t>GPS</a:t>
            </a:r>
            <a:r>
              <a:rPr lang="zh-CN" altLang="en-US" dirty="0"/>
              <a:t> </a:t>
            </a:r>
            <a:r>
              <a:rPr lang="en-US" altLang="zh-CN" dirty="0"/>
              <a:t>Pairs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340729-D1C6-2357-8FC2-BA52FB66A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24" y="3506411"/>
            <a:ext cx="5357069" cy="31676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79ECF9-FFC8-4494-BC02-9230AE9C2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993" y="418997"/>
            <a:ext cx="5090446" cy="30100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6EE970-49D6-D247-C4D5-8569389C7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0993" y="3664066"/>
            <a:ext cx="5090446" cy="30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458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00291-E0A5-B0E9-ABFE-1A10B09E8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090" y="330966"/>
            <a:ext cx="10515600" cy="885606"/>
          </a:xfrm>
        </p:spPr>
        <p:txBody>
          <a:bodyPr/>
          <a:lstStyle/>
          <a:p>
            <a:r>
              <a:rPr lang="en-US" altLang="zh-CN"/>
              <a:t>Correlation</a:t>
            </a:r>
            <a:r>
              <a:rPr lang="zh-CN" altLang="en-US"/>
              <a:t> </a:t>
            </a:r>
            <a:r>
              <a:rPr lang="en-US" altLang="zh-CN"/>
              <a:t>Analysis</a:t>
            </a:r>
            <a:r>
              <a:rPr lang="zh-CN" altLang="en-US"/>
              <a:t> </a:t>
            </a:r>
            <a:r>
              <a:rPr lang="en-US" altLang="zh-CN"/>
              <a:t>Plot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8F258A-91F2-CE67-523F-30ECE3578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86" y="2219478"/>
            <a:ext cx="5983012" cy="41881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5062E1-D479-6046-7A5D-9AB781727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19478"/>
            <a:ext cx="5983014" cy="418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618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A11CA014-C451-EAD2-6FEE-BAC9655117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342" r="-2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691CDB-AA70-80C0-DE84-16AE1FA20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Summary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D8470-31D8-497C-EA87-EA53B1033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n-US" altLang="zh-CN" sz="2000" dirty="0"/>
              <a:t>Possibility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replace</a:t>
            </a:r>
            <a:r>
              <a:rPr lang="zh-CN" altLang="en-US" sz="2000" dirty="0"/>
              <a:t> </a:t>
            </a:r>
            <a:r>
              <a:rPr lang="en-US" altLang="zh-CN" sz="2000" dirty="0"/>
              <a:t>proximity</a:t>
            </a:r>
            <a:r>
              <a:rPr lang="zh-CN" altLang="en-US" sz="2000" dirty="0"/>
              <a:t> </a:t>
            </a:r>
            <a:r>
              <a:rPr lang="en-US" altLang="zh-CN" sz="2000" dirty="0"/>
              <a:t>logger?</a:t>
            </a:r>
          </a:p>
          <a:p>
            <a:pPr lvl="1"/>
            <a:r>
              <a:rPr lang="en-US" altLang="zh-CN" sz="2000" dirty="0"/>
              <a:t>Yes,</a:t>
            </a:r>
            <a:r>
              <a:rPr lang="zh-CN" altLang="en-US" sz="2000" dirty="0"/>
              <a:t> </a:t>
            </a:r>
            <a:r>
              <a:rPr lang="en-US" altLang="zh-CN" sz="2000" dirty="0"/>
              <a:t>with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following</a:t>
            </a:r>
            <a:r>
              <a:rPr lang="zh-CN" altLang="en-US" sz="2000" dirty="0"/>
              <a:t> </a:t>
            </a:r>
            <a:r>
              <a:rPr lang="en-US" altLang="zh-CN" sz="2000" dirty="0"/>
              <a:t>condition</a:t>
            </a:r>
          </a:p>
          <a:p>
            <a:pPr lvl="2"/>
            <a:r>
              <a:rPr lang="en-US" altLang="zh-CN" dirty="0"/>
              <a:t>High</a:t>
            </a:r>
            <a:r>
              <a:rPr lang="zh-CN" altLang="en-US" dirty="0"/>
              <a:t> </a:t>
            </a:r>
            <a:r>
              <a:rPr lang="en-US" altLang="zh-CN" dirty="0"/>
              <a:t>quality</a:t>
            </a:r>
            <a:r>
              <a:rPr lang="zh-CN" altLang="en-US" dirty="0"/>
              <a:t> </a:t>
            </a:r>
            <a:r>
              <a:rPr lang="en-US" altLang="zh-CN" dirty="0"/>
              <a:t>GPS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(low</a:t>
            </a:r>
            <a:r>
              <a:rPr lang="zh-CN" altLang="en-US" dirty="0"/>
              <a:t> </a:t>
            </a:r>
            <a:r>
              <a:rPr lang="en-US" altLang="zh-CN" dirty="0"/>
              <a:t>accuracy</a:t>
            </a:r>
            <a:r>
              <a:rPr lang="zh-CN" altLang="en-US" dirty="0"/>
              <a:t> </a:t>
            </a:r>
            <a:r>
              <a:rPr lang="en-US" altLang="zh-CN" dirty="0"/>
              <a:t>error)</a:t>
            </a:r>
          </a:p>
          <a:p>
            <a:pPr lvl="2"/>
            <a:r>
              <a:rPr lang="en-US" altLang="zh-CN" dirty="0"/>
              <a:t>Low</a:t>
            </a:r>
            <a:r>
              <a:rPr lang="zh-CN" altLang="en-US" dirty="0"/>
              <a:t> </a:t>
            </a:r>
            <a:r>
              <a:rPr lang="en-US" altLang="zh-CN" dirty="0"/>
              <a:t>missing</a:t>
            </a:r>
            <a:r>
              <a:rPr lang="zh-CN" altLang="en-US" dirty="0"/>
              <a:t> </a:t>
            </a:r>
            <a:r>
              <a:rPr lang="en-US" altLang="zh-CN" dirty="0"/>
              <a:t>rate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AU" altLang="zh-CN" dirty="0"/>
              <a:t>collar on the side</a:t>
            </a:r>
            <a:r>
              <a:rPr lang="en-US" altLang="zh-CN" dirty="0"/>
              <a:t>)</a:t>
            </a:r>
            <a:endParaRPr lang="en-AU" altLang="zh-CN" dirty="0"/>
          </a:p>
          <a:p>
            <a:pPr lvl="2"/>
            <a:endParaRPr lang="en-AU" dirty="0"/>
          </a:p>
          <a:p>
            <a:r>
              <a:rPr lang="en-US" altLang="zh-CN" sz="2000" dirty="0"/>
              <a:t>Advantages</a:t>
            </a:r>
          </a:p>
          <a:p>
            <a:pPr lvl="1"/>
            <a:r>
              <a:rPr lang="en-US" altLang="zh-CN" sz="2000" dirty="0"/>
              <a:t>One</a:t>
            </a:r>
            <a:r>
              <a:rPr lang="zh-CN" altLang="en-US" sz="2000" dirty="0"/>
              <a:t> </a:t>
            </a:r>
            <a:r>
              <a:rPr lang="en-US" altLang="zh-CN" sz="2000" dirty="0"/>
              <a:t>device</a:t>
            </a:r>
            <a:r>
              <a:rPr lang="zh-CN" altLang="en-US" sz="2000" dirty="0"/>
              <a:t> </a:t>
            </a:r>
            <a:r>
              <a:rPr lang="en-US" altLang="zh-CN" sz="2000" dirty="0"/>
              <a:t>for</a:t>
            </a:r>
            <a:r>
              <a:rPr lang="zh-CN" altLang="en-US" sz="2000" dirty="0"/>
              <a:t> </a:t>
            </a:r>
            <a:r>
              <a:rPr lang="en-US" altLang="zh-CN" sz="2000" dirty="0"/>
              <a:t>multiply</a:t>
            </a:r>
            <a:r>
              <a:rPr lang="zh-CN" altLang="en-US" sz="2000" dirty="0"/>
              <a:t> </a:t>
            </a:r>
            <a:r>
              <a:rPr lang="en-US" altLang="zh-CN" sz="2000" dirty="0"/>
              <a:t>purposes</a:t>
            </a:r>
          </a:p>
          <a:p>
            <a:pPr lvl="1"/>
            <a:r>
              <a:rPr lang="en-US" altLang="zh-CN" sz="2000" dirty="0"/>
              <a:t>Long-time</a:t>
            </a:r>
            <a:r>
              <a:rPr lang="zh-CN" altLang="en-US" sz="2000" dirty="0"/>
              <a:t> </a:t>
            </a:r>
            <a:r>
              <a:rPr lang="en-US" altLang="zh-CN" sz="2000" dirty="0"/>
              <a:t>monitoring</a:t>
            </a:r>
            <a:r>
              <a:rPr lang="zh-CN" altLang="en-US" sz="2000" dirty="0"/>
              <a:t> </a:t>
            </a:r>
            <a:r>
              <a:rPr lang="en-US" altLang="zh-CN" sz="2000" dirty="0"/>
              <a:t>(at</a:t>
            </a:r>
            <a:r>
              <a:rPr lang="zh-CN" altLang="en-US" sz="2000" dirty="0"/>
              <a:t> </a:t>
            </a:r>
            <a:r>
              <a:rPr lang="en-US" altLang="zh-CN" sz="2000" dirty="0"/>
              <a:t>least</a:t>
            </a:r>
            <a:r>
              <a:rPr lang="zh-CN" altLang="en-US" sz="2000" dirty="0"/>
              <a:t> </a:t>
            </a:r>
            <a:r>
              <a:rPr lang="en-US" altLang="zh-CN" sz="2000" dirty="0"/>
              <a:t>50</a:t>
            </a:r>
            <a:r>
              <a:rPr lang="zh-CN" altLang="en-US" sz="2000" dirty="0"/>
              <a:t> </a:t>
            </a:r>
            <a:r>
              <a:rPr lang="en-US" altLang="zh-CN" sz="2000" dirty="0"/>
              <a:t>days)</a:t>
            </a:r>
          </a:p>
          <a:p>
            <a:pPr lvl="1"/>
            <a:r>
              <a:rPr lang="en-US" altLang="zh-CN" sz="2000" dirty="0"/>
              <a:t>Not</a:t>
            </a:r>
            <a:r>
              <a:rPr lang="zh-CN" altLang="en-US" sz="2000" dirty="0"/>
              <a:t> </a:t>
            </a:r>
            <a:r>
              <a:rPr lang="en-US" altLang="zh-CN" sz="2000" dirty="0"/>
              <a:t>only</a:t>
            </a:r>
            <a:r>
              <a:rPr lang="zh-CN" altLang="en-US" sz="2000" dirty="0"/>
              <a:t> </a:t>
            </a:r>
            <a:r>
              <a:rPr lang="en-US" altLang="zh-CN" sz="2000" dirty="0"/>
              <a:t>when,</a:t>
            </a:r>
            <a:r>
              <a:rPr lang="zh-CN" altLang="en-US" sz="2000" dirty="0"/>
              <a:t> </a:t>
            </a:r>
            <a:r>
              <a:rPr lang="en-US" altLang="zh-CN" sz="2000" dirty="0"/>
              <a:t>but</a:t>
            </a:r>
            <a:r>
              <a:rPr lang="zh-CN" altLang="en-US" sz="2000" dirty="0"/>
              <a:t> </a:t>
            </a:r>
            <a:r>
              <a:rPr lang="en-US" altLang="zh-CN" sz="2000" dirty="0"/>
              <a:t>also</a:t>
            </a:r>
            <a:r>
              <a:rPr lang="zh-CN" altLang="en-US" sz="2000" dirty="0"/>
              <a:t> </a:t>
            </a:r>
            <a:r>
              <a:rPr lang="en-US" altLang="zh-CN" sz="2000" dirty="0"/>
              <a:t>where</a:t>
            </a:r>
          </a:p>
          <a:p>
            <a:pPr marL="457200" lvl="1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44219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243B66-1D44-7769-5086-FD939D764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56" y="457200"/>
            <a:ext cx="1090568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1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151</Words>
  <Application>Microsoft Macintosh PowerPoint</Application>
  <PresentationFormat>Widescreen</PresentationFormat>
  <Paragraphs>32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Can GPS Devices Replace Proximity Loggers for Detecting Mating Behavior?</vt:lpstr>
      <vt:lpstr>PowerPoint Presentation</vt:lpstr>
      <vt:lpstr>Raw Data of Proximity Logger</vt:lpstr>
      <vt:lpstr>PowerPoint Presentation</vt:lpstr>
      <vt:lpstr>PowerPoint Presentation</vt:lpstr>
      <vt:lpstr>Important hyperparameters</vt:lpstr>
      <vt:lpstr>Time Series Visualization: N172_N171</vt:lpstr>
      <vt:lpstr>Time Series Visualization: N172_N189</vt:lpstr>
      <vt:lpstr>Time Series Visualization: N172_N182</vt:lpstr>
      <vt:lpstr>GPS Availability by Pair and Time Segment</vt:lpstr>
      <vt:lpstr>Remove Abnormal GPS Pairs</vt:lpstr>
      <vt:lpstr>Correlation Analysis Plot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Yuliang Zhang</dc:creator>
  <cp:lastModifiedBy>Yuliang Zhang</cp:lastModifiedBy>
  <cp:revision>8</cp:revision>
  <dcterms:created xsi:type="dcterms:W3CDTF">2026-02-26T14:10:22Z</dcterms:created>
  <dcterms:modified xsi:type="dcterms:W3CDTF">2026-02-27T08:00:53Z</dcterms:modified>
</cp:coreProperties>
</file>